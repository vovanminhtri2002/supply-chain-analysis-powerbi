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OjdMnm2KbJKpYoBsmNGsQ5JcC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24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622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2043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748385" y="1199134"/>
            <a:ext cx="1918335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body" idx="1"/>
          </p:nvPr>
        </p:nvSpPr>
        <p:spPr>
          <a:xfrm>
            <a:off x="3433317" y="3114243"/>
            <a:ext cx="7387590" cy="280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748385" y="1199134"/>
            <a:ext cx="1918335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748385" y="1199134"/>
            <a:ext cx="1918335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585660"/>
            <a:ext cx="12191999" cy="27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748385" y="1199134"/>
            <a:ext cx="1918335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body" idx="1"/>
          </p:nvPr>
        </p:nvSpPr>
        <p:spPr>
          <a:xfrm>
            <a:off x="3433317" y="3114243"/>
            <a:ext cx="7387590" cy="280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592480"/>
            <a:ext cx="12191999" cy="27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/>
          <p:nvPr/>
        </p:nvSpPr>
        <p:spPr>
          <a:xfrm>
            <a:off x="0" y="990600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Supply Chain Performance Analysis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066800" y="2378924"/>
            <a:ext cx="10896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Using Power BI</a:t>
            </a:r>
            <a:endParaRPr sz="6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/>
        </p:nvSpPr>
        <p:spPr>
          <a:xfrm>
            <a:off x="685800" y="1219200"/>
            <a:ext cx="108204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supply chain performance using order data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key factors affecting sales, profit, and delivery performance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Build Power BI dashboard</a:t>
            </a:r>
          </a:p>
        </p:txBody>
      </p:sp>
      <p:sp>
        <p:nvSpPr>
          <p:cNvPr id="56" name="Google Shape;56;p2"/>
          <p:cNvSpPr txBox="1"/>
          <p:nvPr/>
        </p:nvSpPr>
        <p:spPr>
          <a:xfrm>
            <a:off x="3048000" y="36871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Project Objective</a:t>
            </a:r>
            <a:endParaRPr/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3429000"/>
            <a:ext cx="5410200" cy="304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533399" y="1015622"/>
            <a:ext cx="819764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US" sz="300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Dataset: </a:t>
            </a:r>
            <a:r>
              <a:rPr lang="en-US" sz="30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DataCo Global Supply Chain Dataset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endParaRPr lang="en-US" sz="3000" b="1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Source: Kaggle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Records: ~180,000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Columns: 58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-190500" algn="l" rtl="0"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Includes information about: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Orders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Shipping and delivery</a:t>
            </a:r>
          </a:p>
        </p:txBody>
      </p:sp>
      <p:sp>
        <p:nvSpPr>
          <p:cNvPr id="63" name="Google Shape;63;p3"/>
          <p:cNvSpPr txBox="1"/>
          <p:nvPr/>
        </p:nvSpPr>
        <p:spPr>
          <a:xfrm>
            <a:off x="3972232" y="0"/>
            <a:ext cx="424753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</p:txBody>
      </p:sp>
      <p:pic>
        <p:nvPicPr>
          <p:cNvPr id="1026" name="Picture 2" descr="My Experience from 3 years of Kaggle | by Vishnu U | Medium">
            <a:extLst>
              <a:ext uri="{FF2B5EF4-FFF2-40B4-BE49-F238E27FC236}">
                <a16:creationId xmlns:a16="http://schemas.microsoft.com/office/drawing/2014/main" id="{373017E9-A7C8-09C8-C811-9ED51D56D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056" y="1576264"/>
            <a:ext cx="6472372" cy="444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946355" y="1279158"/>
            <a:ext cx="585955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3000"/>
              <a:tabLst>
                <a:tab pos="346075" algn="l"/>
              </a:tabLst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 used in the analysis: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order_id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order_date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shipping_mode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order_region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category_name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sales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order_profit_per_order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is_late_flag</a:t>
            </a:r>
            <a:endParaRPr lang="en-US" sz="3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3048000" y="228600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D42F4-7D17-293F-9E24-2F971969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198" y="1331566"/>
            <a:ext cx="3341471" cy="41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3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652526" y="758298"/>
            <a:ext cx="4514426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Raw data issues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Missing values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Inconsistent data types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Some irrelevant columns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steps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cleaning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Data type standardization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engineering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 created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Shipping Delay Days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Late Delivery Flag</a:t>
            </a:r>
          </a:p>
        </p:txBody>
      </p:sp>
      <p:sp>
        <p:nvSpPr>
          <p:cNvPr id="63" name="Google Shape;63;p3"/>
          <p:cNvSpPr txBox="1"/>
          <p:nvPr/>
        </p:nvSpPr>
        <p:spPr>
          <a:xfrm>
            <a:off x="2909739" y="-118429"/>
            <a:ext cx="661416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A0FCC-6C24-9F7B-6CA8-FC9999C7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952" y="3966739"/>
            <a:ext cx="5505450" cy="590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1D8624-124E-B44B-6BC9-4811C0DD0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890" y="4899797"/>
            <a:ext cx="4133850" cy="561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92293-EDAA-269A-72D6-9A836F299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952" y="1352889"/>
            <a:ext cx="3448050" cy="342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A3003C-8E9C-E92F-963C-87A3EE4E8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9056" y="2381251"/>
            <a:ext cx="7142944" cy="428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66696E-4A40-519F-091C-309C32CF6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1000" y="1695789"/>
            <a:ext cx="38481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7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/>
        </p:nvSpPr>
        <p:spPr>
          <a:xfrm>
            <a:off x="685800" y="1366897"/>
            <a:ext cx="98298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EDA was conducted to understand the data distribution and relationships.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Types of analysis: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Univariate analysis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Bivariate analysis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Multivariate analysis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and potential business insights.</a:t>
            </a:r>
          </a:p>
        </p:txBody>
      </p:sp>
      <p:sp>
        <p:nvSpPr>
          <p:cNvPr id="69" name="Google Shape;69;p4"/>
          <p:cNvSpPr txBox="1"/>
          <p:nvPr/>
        </p:nvSpPr>
        <p:spPr>
          <a:xfrm>
            <a:off x="5172678" y="98276"/>
            <a:ext cx="184664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005E8-A58C-A3EB-E7B3-9E0BEDF92ADB}"/>
              </a:ext>
            </a:extLst>
          </p:cNvPr>
          <p:cNvSpPr txBox="1"/>
          <p:nvPr/>
        </p:nvSpPr>
        <p:spPr>
          <a:xfrm>
            <a:off x="685800" y="5152508"/>
            <a:ext cx="11424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Raw Data -&gt; Data Inspection -&gt; Data Preprocessing -&gt; EDA -&gt; Dashboard Visualization -&gt; Business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533399" y="1241805"/>
            <a:ext cx="717534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Power BI Dashboard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consists of four main pages: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• Overview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• Shipping &amp; Delivery Analysis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• Profit &amp; Sales Analysis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• Product / Category Analysis</a:t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4197993" y="88008"/>
            <a:ext cx="379601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/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739" y="1241805"/>
            <a:ext cx="3619500" cy="4131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/>
        </p:nvSpPr>
        <p:spPr>
          <a:xfrm>
            <a:off x="533400" y="1241805"/>
            <a:ext cx="5358114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KPIs displayed: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Total Orders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Total Sales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Total Profit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On-time Delivery Rate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Late Delivery Rate</a:t>
            </a:r>
          </a:p>
        </p:txBody>
      </p:sp>
      <p:sp>
        <p:nvSpPr>
          <p:cNvPr id="82" name="Google Shape;82;p6"/>
          <p:cNvSpPr txBox="1"/>
          <p:nvPr/>
        </p:nvSpPr>
        <p:spPr>
          <a:xfrm>
            <a:off x="3009900" y="226142"/>
            <a:ext cx="7239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Page 1: Overview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A37FE-07C4-DE04-23DA-3D44A2A64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876" y="1308106"/>
            <a:ext cx="7460139" cy="4708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/>
        </p:nvSpPr>
        <p:spPr>
          <a:xfrm>
            <a:off x="533400" y="1241805"/>
            <a:ext cx="48006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late deliveries by shipping mode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regions with the highest late deliveries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shipping performance</a:t>
            </a:r>
          </a:p>
        </p:txBody>
      </p:sp>
      <p:sp>
        <p:nvSpPr>
          <p:cNvPr id="89" name="Google Shape;89;p7"/>
          <p:cNvSpPr txBox="1"/>
          <p:nvPr/>
        </p:nvSpPr>
        <p:spPr>
          <a:xfrm>
            <a:off x="0" y="24581"/>
            <a:ext cx="12192000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>
                <a:latin typeface="Times New Roman"/>
                <a:ea typeface="Times New Roman"/>
                <a:cs typeface="Times New Roman"/>
                <a:sym typeface="Times New Roman"/>
              </a:rPr>
              <a:t>Page 2: Shipping &amp; Delivery Analysis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872F2-70CC-3C1A-6DBA-1A1C5796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855" y="963300"/>
            <a:ext cx="6988640" cy="5067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/>
        </p:nvSpPr>
        <p:spPr>
          <a:xfrm>
            <a:off x="533400" y="1241805"/>
            <a:ext cx="51054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sales and profit trends over time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the most profitable markets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average profit per order</a:t>
            </a:r>
          </a:p>
        </p:txBody>
      </p:sp>
      <p:sp>
        <p:nvSpPr>
          <p:cNvPr id="96" name="Google Shape;96;p8"/>
          <p:cNvSpPr txBox="1"/>
          <p:nvPr/>
        </p:nvSpPr>
        <p:spPr>
          <a:xfrm>
            <a:off x="0" y="14748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Page 3: Profit &amp; Sales Analysis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45026-0B46-96F4-8783-7D6FE7BD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339" y="1030410"/>
            <a:ext cx="6625757" cy="5034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/>
        </p:nvSpPr>
        <p:spPr>
          <a:xfrm>
            <a:off x="533400" y="1241805"/>
            <a:ext cx="51054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top-performing product categories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sales and profit across categories</a:t>
            </a:r>
            <a:b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Discover the most profitable products</a:t>
            </a:r>
          </a:p>
        </p:txBody>
      </p:sp>
      <p:sp>
        <p:nvSpPr>
          <p:cNvPr id="103" name="Google Shape;103;p9"/>
          <p:cNvSpPr txBox="1"/>
          <p:nvPr/>
        </p:nvSpPr>
        <p:spPr>
          <a:xfrm>
            <a:off x="0" y="14748"/>
            <a:ext cx="12192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Page 4: Product / Category Analysis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F0EBD-2013-5B2C-B095-E7438EC70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274" y="1241806"/>
            <a:ext cx="6504972" cy="50663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0" descr="Mẫu slide cảm ơn chuyên nghiệp, ấn tượng, hài hước cho Powerpoi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370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HHO DungDV</dc:creator>
  <cp:lastModifiedBy>MinhTri</cp:lastModifiedBy>
  <cp:revision>4</cp:revision>
  <dcterms:created xsi:type="dcterms:W3CDTF">2025-04-03T09:48:38Z</dcterms:created>
  <dcterms:modified xsi:type="dcterms:W3CDTF">2026-03-14T01:58:02Z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2025-04-03T00:00:00Z</vt:filetime>
  </property>
  <property fmtid="{D5CDD505-2E9C-101B-9397-08002B2CF9AE}" pid="5" name="Producer">
    <vt:lpwstr>3-Heights(TM) PDF Security Shell 4.8.25.2 (http://www.pdf-tools.com)</vt:lpwstr>
  </property>
</Properties>
</file>